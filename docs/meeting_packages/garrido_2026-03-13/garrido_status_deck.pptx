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Estado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proyecto</a:t>
            </a:r>
            <a:r>
              <a:rPr/>
              <a:t> </a:t>
            </a:r>
            <a:r>
              <a:rPr/>
              <a:t>MFSC-IA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Reunión</a:t>
            </a:r>
            <a:r>
              <a:rPr/>
              <a:t> </a:t>
            </a:r>
            <a:r>
              <a:rPr/>
              <a:t>con</a:t>
            </a:r>
            <a:r>
              <a:rPr/>
              <a:t> </a:t>
            </a:r>
            <a:r>
              <a:rPr/>
              <a:t>Garrido</a:t>
            </a:r>
            <a:br/>
            <a:br/>
            <a:r>
              <a:rPr/>
              <a:t>Thomas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13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marzo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Objetivo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la</a:t>
            </a:r>
            <a:r>
              <a:rPr/>
              <a:t> </a:t>
            </a:r>
            <a:r>
              <a:rPr/>
              <a:t>reunión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Mostrar qué ya quedó firme en el repo.</a:t>
            </a:r>
          </a:p>
          <a:p>
            <a:pPr lvl="1"/>
            <a:r>
              <a:rPr/>
              <a:t>Separar con claridad el carril principal del paper del carril DKANA.</a:t>
            </a:r>
          </a:p>
          <a:p>
            <a:pPr lvl="1"/>
            <a:r>
              <a:rPr/>
              <a:t>Confirmar qué parte ya está lista para David y qué parte sigue siendo trabajo nuestro.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Qué</a:t>
            </a:r>
            <a:r>
              <a:rPr/>
              <a:t> </a:t>
            </a:r>
            <a:r>
              <a:rPr/>
              <a:t>ya</a:t>
            </a:r>
            <a:r>
              <a:rPr/>
              <a:t> </a:t>
            </a:r>
            <a:r>
              <a:rPr/>
              <a:t>está</a:t>
            </a:r>
            <a:r>
              <a:rPr/>
              <a:t> </a:t>
            </a:r>
            <a:r>
              <a:rPr/>
              <a:t>firme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El DES de la MFSC ya está reconstruido en Python/SimPy y auditado contra la tesis.</a:t>
            </a:r>
          </a:p>
          <a:p>
            <a:pPr lvl="1"/>
            <a:r>
              <a:rPr/>
              <a:t>El wrapper RL ya funciona con benchmark reproducible, reward audit y comparación contra baselines.</a:t>
            </a:r>
          </a:p>
          <a:p>
            <a:pPr lvl="1"/>
            <a:r>
              <a:rPr/>
              <a:t>La lectura actual del proyecto ya no depende de una arquitectura nueva.</a:t>
            </a:r>
          </a:p>
          <a:p>
            <a:pPr lvl="1"/>
            <a:r>
              <a:rPr/>
              <a:t>La historia principal del paper es: </a:t>
            </a:r>
            <a:r>
              <a:rPr>
                <a:latin typeface="Courier"/>
              </a:rPr>
              <a:t>DES + RL + reward audit + POMDP + benchmark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Auditoría</a:t>
            </a:r>
            <a:r>
              <a:rPr/>
              <a:t> </a:t>
            </a:r>
            <a:r>
              <a:rPr/>
              <a:t>frente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Garrido</a:t>
            </a:r>
            <a:r>
              <a:rPr/>
              <a:t> </a:t>
            </a:r>
            <a:r>
              <a:rPr/>
              <a:t>(2017)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Sí coincide en la topología base de 13 operaciones, riesgos </a:t>
            </a:r>
            <a:r>
              <a:rPr>
                <a:latin typeface="Courier"/>
              </a:rPr>
              <a:t>current/increased</a:t>
            </a:r>
            <a:r>
              <a:rPr/>
              <a:t>, buffers y escenarios de shifts.</a:t>
            </a:r>
          </a:p>
          <a:p>
            <a:pPr lvl="1"/>
            <a:r>
              <a:rPr/>
              <a:t>Ya quedó implementada la cola de backorders estilo Garrido:</a:t>
            </a:r>
          </a:p>
          <a:p>
            <a:pPr lvl="2"/>
            <a:r>
              <a:rPr/>
              <a:t>backlog explícito</a:t>
            </a:r>
          </a:p>
          <a:p>
            <a:pPr lvl="2"/>
            <a:r>
              <a:rPr/>
              <a:t>cap de </a:t>
            </a:r>
            <a:r>
              <a:rPr>
                <a:latin typeface="Courier"/>
              </a:rPr>
              <a:t>60</a:t>
            </a:r>
          </a:p>
          <a:p>
            <a:pPr lvl="2"/>
            <a:r>
              <a:rPr>
                <a:latin typeface="Courier"/>
              </a:rPr>
              <a:t>Ut</a:t>
            </a:r>
            <a:r>
              <a:rPr/>
              <a:t> como órdenes no atendidas</a:t>
            </a:r>
          </a:p>
          <a:p>
            <a:pPr lvl="2"/>
            <a:r>
              <a:rPr/>
              <a:t>prioridad a demanda contingente</a:t>
            </a:r>
          </a:p>
          <a:p>
            <a:pPr lvl="2"/>
            <a:r>
              <a:rPr>
                <a:latin typeface="Courier"/>
              </a:rPr>
              <a:t>SPT</a:t>
            </a:r>
            <a:r>
              <a:rPr/>
              <a:t> por tamaño</a:t>
            </a:r>
          </a:p>
          <a:p>
            <a:pPr lvl="1"/>
            <a:r>
              <a:rPr/>
              <a:t>El gap que sigue abierto no es la cola, sino el output tipo SDM y el cálculo orden-a-orden de </a:t>
            </a:r>
            <a:r>
              <a:rPr>
                <a:latin typeface="Courier"/>
              </a:rPr>
              <a:t>ReT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Estado</a:t>
            </a:r>
            <a:r>
              <a:rPr/>
              <a:t> </a:t>
            </a:r>
            <a:r>
              <a:rPr/>
              <a:t>actual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carril</a:t>
            </a:r>
            <a:r>
              <a:rPr/>
              <a:t> </a:t>
            </a:r>
            <a:r>
              <a:rPr/>
              <a:t>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La reward de entrenamiento base quedó congelada en </a:t>
            </a:r>
            <a:r>
              <a:rPr>
                <a:latin typeface="Courier"/>
              </a:rPr>
              <a:t>control_v1</a:t>
            </a:r>
            <a:r>
              <a:rPr/>
              <a:t>.</a:t>
            </a:r>
          </a:p>
          <a:p>
            <a:pPr lvl="1"/>
            <a:r>
              <a:rPr>
                <a:latin typeface="Courier"/>
              </a:rPr>
              <a:t>ReT_thesis</a:t>
            </a:r>
            <a:r>
              <a:rPr/>
              <a:t> queda como métrica de reporte, no como reward principal.</a:t>
            </a:r>
          </a:p>
          <a:p>
            <a:pPr lvl="1"/>
            <a:r>
              <a:rPr>
                <a:latin typeface="Courier"/>
              </a:rPr>
              <a:t>PPO + MLP</a:t>
            </a:r>
            <a:r>
              <a:rPr/>
              <a:t> ya sirvió para validar el carril experimental.</a:t>
            </a:r>
          </a:p>
          <a:p>
            <a:pPr lvl="1"/>
            <a:r>
              <a:rPr/>
              <a:t>La comparación disciplinada sigue este orden:</a:t>
            </a:r>
          </a:p>
          <a:p>
            <a:pPr lvl="2"/>
            <a:r>
              <a:rPr>
                <a:latin typeface="Courier"/>
              </a:rPr>
              <a:t>PPO</a:t>
            </a:r>
            <a:r>
              <a:rPr/>
              <a:t> baseline</a:t>
            </a:r>
          </a:p>
          <a:p>
            <a:pPr lvl="2"/>
            <a:r>
              <a:rPr>
                <a:latin typeface="Courier"/>
              </a:rPr>
              <a:t>SAC</a:t>
            </a:r>
          </a:p>
          <a:p>
            <a:pPr lvl="2"/>
            <a:r>
              <a:rPr>
                <a:latin typeface="Courier"/>
              </a:rPr>
              <a:t>PPO + frame stack</a:t>
            </a:r>
          </a:p>
          <a:p>
            <a:pPr lvl="2"/>
            <a:r>
              <a:rPr>
                <a:latin typeface="Courier"/>
              </a:rPr>
              <a:t>RecurrentPPO</a:t>
            </a:r>
          </a:p>
          <a:p>
            <a:pPr lvl="1"/>
            <a:r>
              <a:rPr/>
              <a:t>La decisión congelada del paper es no depender de </a:t>
            </a:r>
            <a:r>
              <a:rPr>
                <a:latin typeface="Courier"/>
              </a:rPr>
              <a:t>DKANA</a:t>
            </a:r>
            <a:r>
              <a:rPr/>
              <a:t>, </a:t>
            </a:r>
            <a:r>
              <a:rPr>
                <a:latin typeface="Courier"/>
              </a:rPr>
              <a:t>KAN</a:t>
            </a:r>
            <a:r>
              <a:rPr/>
              <a:t> o </a:t>
            </a:r>
            <a:r>
              <a:rPr>
                <a:latin typeface="Courier"/>
              </a:rPr>
              <a:t>GNN</a:t>
            </a:r>
            <a:r>
              <a:rPr/>
              <a:t> para submission.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Qué</a:t>
            </a:r>
            <a:r>
              <a:rPr/>
              <a:t> </a:t>
            </a:r>
            <a:r>
              <a:rPr/>
              <a:t>ya</a:t>
            </a:r>
            <a:r>
              <a:rPr/>
              <a:t> </a:t>
            </a:r>
            <a:r>
              <a:rPr/>
              <a:t>queda</a:t>
            </a:r>
            <a:r>
              <a:rPr/>
              <a:t> </a:t>
            </a:r>
            <a:r>
              <a:rPr/>
              <a:t>listo</a:t>
            </a:r>
            <a:r>
              <a:rPr/>
              <a:t> </a:t>
            </a:r>
            <a:r>
              <a:rPr/>
              <a:t>para</a:t>
            </a:r>
            <a:r>
              <a:rPr/>
              <a:t> </a:t>
            </a:r>
            <a:r>
              <a:rPr/>
              <a:t>David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DKANA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observation_version="v3"</a:t>
            </a:r>
            <a:r>
              <a:rPr/>
              <a:t> ya existe y está estable.</a:t>
            </a:r>
          </a:p>
          <a:p>
            <a:pPr lvl="1"/>
            <a:r>
              <a:rPr/>
              <a:t>El entorno exporta:</a:t>
            </a:r>
          </a:p>
          <a:p>
            <a:pPr lvl="2"/>
            <a:r>
              <a:rPr>
                <a:latin typeface="Courier"/>
              </a:rPr>
              <a:t>observations.npy</a:t>
            </a:r>
            <a:r>
              <a:rPr/>
              <a:t> con </a:t>
            </a:r>
            <a:r>
              <a:rPr>
                <a:latin typeface="Courier"/>
              </a:rPr>
              <a:t>20</a:t>
            </a:r>
            <a:r>
              <a:rPr/>
              <a:t> dims</a:t>
            </a:r>
          </a:p>
          <a:p>
            <a:pPr lvl="2"/>
            <a:r>
              <a:rPr>
                <a:latin typeface="Courier"/>
              </a:rPr>
              <a:t>state_constraint_context.npy</a:t>
            </a:r>
            <a:r>
              <a:rPr/>
              <a:t> con </a:t>
            </a:r>
            <a:r>
              <a:rPr>
                <a:latin typeface="Courier"/>
              </a:rPr>
              <a:t>45</a:t>
            </a:r>
            <a:r>
              <a:rPr/>
              <a:t> dims</a:t>
            </a:r>
          </a:p>
          <a:p>
            <a:pPr lvl="1"/>
            <a:r>
              <a:rPr/>
              <a:t>El contexto DKANA ya incluye:</a:t>
            </a:r>
          </a:p>
          <a:p>
            <a:pPr lvl="2"/>
            <a:r>
              <a:rPr/>
              <a:t>estado de cola (</a:t>
            </a:r>
            <a:r>
              <a:rPr>
                <a:latin typeface="Courier"/>
              </a:rPr>
              <a:t>pending_backorders_count</a:t>
            </a:r>
            <a:r>
              <a:rPr/>
              <a:t>, </a:t>
            </a:r>
            <a:r>
              <a:rPr>
                <a:latin typeface="Courier"/>
              </a:rPr>
              <a:t>pending_backorder_qty</a:t>
            </a:r>
            <a:r>
              <a:rPr/>
              <a:t>, </a:t>
            </a:r>
            <a:r>
              <a:rPr>
                <a:latin typeface="Courier"/>
              </a:rPr>
              <a:t>unattended_orders_total</a:t>
            </a:r>
            <a:r>
              <a:rPr/>
              <a:t>)</a:t>
            </a:r>
          </a:p>
          <a:p>
            <a:pPr lvl="2"/>
            <a:r>
              <a:rPr/>
              <a:t>vector de backorder por nodo</a:t>
            </a:r>
          </a:p>
          <a:p>
            <a:pPr lvl="2"/>
            <a:r>
              <a:rPr/>
              <a:t>vector de disrupción por operación</a:t>
            </a:r>
          </a:p>
          <a:p>
            <a:pPr lvl="1"/>
            <a:r>
              <a:rPr/>
              <a:t>Ya existe evaluación de políticas custom con </a:t>
            </a:r>
            <a:r>
              <a:rPr>
                <a:latin typeface="Courier"/>
              </a:rPr>
              <a:t>run_episodes()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Qué</a:t>
            </a:r>
            <a:r>
              <a:rPr/>
              <a:t> </a:t>
            </a:r>
            <a:r>
              <a:rPr/>
              <a:t>NO</a:t>
            </a:r>
            <a:r>
              <a:rPr/>
              <a:t> </a:t>
            </a:r>
            <a:r>
              <a:rPr/>
              <a:t>está</a:t>
            </a:r>
            <a:r>
              <a:rPr/>
              <a:t> </a:t>
            </a:r>
            <a:r>
              <a:rPr/>
              <a:t>implementado</a:t>
            </a:r>
            <a:r>
              <a:rPr/>
              <a:t> </a:t>
            </a:r>
            <a:r>
              <a:rPr/>
              <a:t>todavía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DKANA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No hay un </a:t>
            </a:r>
            <a:r>
              <a:rPr>
                <a:latin typeface="Courier"/>
              </a:rPr>
              <a:t>train_dkana_*.py</a:t>
            </a:r>
            <a:r>
              <a:rPr/>
              <a:t> listo para entrenamiento real.</a:t>
            </a:r>
          </a:p>
          <a:p>
            <a:pPr lvl="1"/>
            <a:r>
              <a:rPr/>
              <a:t>No hay benchmark formal </a:t>
            </a:r>
            <a:r>
              <a:rPr>
                <a:latin typeface="Courier"/>
              </a:rPr>
              <a:t>DKANA vs PPO/SAC</a:t>
            </a:r>
            <a:r>
              <a:rPr/>
              <a:t> dentro del carril principal.</a:t>
            </a:r>
          </a:p>
          <a:p>
            <a:pPr lvl="1"/>
            <a:r>
              <a:rPr/>
              <a:t>La representación relacional actual sigue siendo un starter:</a:t>
            </a:r>
          </a:p>
          <a:p>
            <a:pPr lvl="2"/>
            <a:r>
              <a:rPr/>
              <a:t>sí hay enumeración y ventanas causales</a:t>
            </a:r>
          </a:p>
          <a:p>
            <a:pPr lvl="2"/>
            <a:r>
              <a:rPr/>
              <a:t>no está implementado de forma completa el esquema </a:t>
            </a:r>
            <a:r>
              <a:rPr>
                <a:latin typeface="Courier"/>
              </a:rPr>
              <a:t>{=,&lt;,&gt;}</a:t>
            </a:r>
            <a:r>
              <a:rPr/>
              <a:t> prometido en el texto</a:t>
            </a:r>
          </a:p>
          <a:p>
            <a:pPr lvl="1"/>
            <a:r>
              <a:rPr/>
              <a:t>Por eso, hoy DKANA está desbloqueado a nivel de entorno y datos, pero no cerrado como arquitectura benchmarkeada.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Decisión</a:t>
            </a:r>
            <a:r>
              <a:rPr/>
              <a:t> </a:t>
            </a:r>
            <a:r>
              <a:rPr/>
              <a:t>congelada</a:t>
            </a:r>
            <a:r>
              <a:rPr/>
              <a:t> </a:t>
            </a:r>
            <a:r>
              <a:rPr/>
              <a:t>del</a:t>
            </a:r>
            <a:r>
              <a:rPr/>
              <a:t> </a:t>
            </a:r>
            <a:r>
              <a:rPr/>
              <a:t>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El paper principal no se centra en novedad arquitectónica.</a:t>
            </a:r>
          </a:p>
          <a:p>
            <a:pPr lvl="1"/>
            <a:r>
              <a:rPr/>
              <a:t>El benchmark RL principal sigue separado del carril DKANA.</a:t>
            </a:r>
          </a:p>
          <a:p>
            <a:pPr lvl="1"/>
            <a:r>
              <a:rPr/>
              <a:t>A David le dejamos el entorno </a:t>
            </a:r>
            <a:r>
              <a:rPr i="1"/>
              <a:t>pristine</a:t>
            </a:r>
            <a:r>
              <a:rPr/>
              <a:t>:</a:t>
            </a:r>
          </a:p>
          <a:p>
            <a:pPr lvl="2"/>
            <a:r>
              <a:rPr/>
              <a:t>contrato estable</a:t>
            </a:r>
          </a:p>
          <a:p>
            <a:pPr lvl="2"/>
            <a:r>
              <a:rPr/>
              <a:t>export reproducible</a:t>
            </a:r>
          </a:p>
          <a:p>
            <a:pPr lvl="2"/>
            <a:r>
              <a:rPr/>
              <a:t>contexto suficiente</a:t>
            </a:r>
          </a:p>
          <a:p>
            <a:pPr lvl="1"/>
            <a:r>
              <a:rPr/>
              <a:t>Si DKANA luego supera al benchmark congelado, entra como comparación real; si no, queda como future work.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Qué</a:t>
            </a:r>
            <a:r>
              <a:rPr/>
              <a:t> </a:t>
            </a:r>
            <a:r>
              <a:rPr/>
              <a:t>necesitamos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Garrido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Validar el framing:</a:t>
            </a:r>
          </a:p>
          <a:p>
            <a:pPr lvl="2"/>
            <a:r>
              <a:rPr/>
              <a:t>DES base alineado con la tesis</a:t>
            </a:r>
          </a:p>
          <a:p>
            <a:pPr lvl="2"/>
            <a:r>
              <a:rPr/>
              <a:t>RL como capa de control adaptativo</a:t>
            </a:r>
          </a:p>
          <a:p>
            <a:pPr lvl="2"/>
            <a:r>
              <a:rPr/>
              <a:t>DKANA como carril paralelo, no como bloqueo del paper</a:t>
            </a:r>
          </a:p>
          <a:p>
            <a:pPr lvl="1"/>
            <a:r>
              <a:rPr/>
              <a:t>Confirmar que esta separación metodológica le parece defendible para journal.</a:t>
            </a:r>
          </a:p>
          <a:p>
            <a:pPr lvl="1"/>
            <a:r>
              <a:rPr/>
              <a:t>Priorizar la ruta de submission:</a:t>
            </a:r>
          </a:p>
          <a:p>
            <a:pPr lvl="2"/>
            <a:r>
              <a:rPr>
                <a:latin typeface="Courier"/>
              </a:rPr>
              <a:t>IJPR</a:t>
            </a:r>
            <a:r>
              <a:rPr/>
              <a:t> como target principal</a:t>
            </a:r>
          </a:p>
          <a:p>
            <a:pPr lvl="2"/>
            <a:r>
              <a:rPr>
                <a:latin typeface="Courier"/>
              </a:rPr>
              <a:t>IEEE TAI</a:t>
            </a:r>
            <a:r>
              <a:rPr/>
              <a:t> como alternativa rápida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El cuello de botella ya no es “hacer funcionar el entorno”.</a:t>
            </a:r>
          </a:p>
          <a:p>
            <a:pPr lvl="1"/>
            <a:r>
              <a:rPr/>
              <a:t>El entorno ya funciona para RL y ya quedó suficiente para que David implemente DKANA.</a:t>
            </a:r>
          </a:p>
          <a:p>
            <a:pPr lvl="1"/>
            <a:r>
              <a:rPr/>
              <a:t>Nuestro foco ahora debe ser:</a:t>
            </a:r>
          </a:p>
          <a:p>
            <a:pPr lvl="2"/>
            <a:r>
              <a:rPr/>
              <a:t>resultados comparativos limpios</a:t>
            </a:r>
          </a:p>
          <a:p>
            <a:pPr lvl="2"/>
            <a:r>
              <a:rPr/>
              <a:t>escritura del manuscrito</a:t>
            </a:r>
          </a:p>
          <a:p>
            <a:pPr lvl="2"/>
            <a:r>
              <a:rPr/>
              <a:t>benchmark defendible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 del proyecto MFSC-IA</dc:title>
  <dc:creator>Thomas</dc:creator>
  <cp:keywords/>
  <dcterms:created xsi:type="dcterms:W3CDTF">2026-03-13T19:39:56Z</dcterms:created>
  <dcterms:modified xsi:type="dcterms:W3CDTF">2026-03-13T19:39:56Z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13 de marzo de 2026</vt:lpwstr>
  </property>
  <property fmtid="{D5CDD505-2E9C-101B-9397-08002B2CF9AE}" pid="3" name="subtitle">
    <vt:lpwstr>Reunión con Garrido</vt:lpwstr>
  </property>
</Properties>
</file>